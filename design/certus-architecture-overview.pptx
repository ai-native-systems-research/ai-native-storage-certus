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4ED8"/>
                </a:solidFill>
              </a:defRPr>
            </a:pPr>
            <a:r>
              <a:t>Certus — High-Level Architecture &amp;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969264"/>
            <a:ext cx="11475720" cy="3175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ertus-architecture-overview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7086600" cy="46885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188720"/>
            <a:ext cx="452628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2937"/>
                </a:solidFill>
              </a:defRPr>
            </a:pPr>
            <a:r>
              <a:t>Key features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(1) Lazy write-through — </a:t>
            </a:r>
            <a:r>
              <a:rPr sz="1100">
                <a:solidFill>
                  <a:srgbClr val="4B5563"/>
                </a:solidFill>
              </a:rPr>
              <a:t>Populate returns once the block is in the DRAM tier; SSD persistence happens asynchronously via the background writer.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(2) Memory-tier-full handling — </a:t>
            </a:r>
            <a:r>
              <a:rPr sz="1100">
                <a:solidFill>
                  <a:srgbClr val="4B5563"/>
                </a:solidFill>
              </a:rPr>
              <a:t>When DRAM is saturated, LRU blocks with completed write-through demote to SSD-only; cold data is then served straight from SSD.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(3) Pluggable block-device backends — </a:t>
            </a:r>
            <a:r>
              <a:rPr sz="1100">
                <a:solidFill>
                  <a:srgbClr val="4B5563"/>
                </a:solidFill>
              </a:rPr>
              <a:t>Any IBlockDevice impl — SPDK userspace NVMe, filesystem-backed, or kernel block device — paired with an ExtentManager.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(4) Optional GPUDirect P2P — </a:t>
            </a:r>
            <a:r>
              <a:rPr sz="1100">
                <a:solidFill>
                  <a:srgbClr val="4B5563"/>
                </a:solidFill>
              </a:rPr>
              <a:t>The dispatcher-p2p variant streams SSD ↔ GPU through a BAR1-mapped ring, bypassing the DRAM staging copy (profile full-p2p).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(5) Cold-hit promotion — </a:t>
            </a:r>
            <a:r>
              <a:rPr sz="1100">
                <a:solidFill>
                  <a:srgbClr val="4B5563"/>
                </a:solidFill>
              </a:rPr>
              <a:t>A lookup that misses DRAM but hits SSD is pipelined into DRAM and re-registered as a warm memory-tier entry.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(6) Pluggable eviction policy — </a:t>
            </a:r>
            <a:r>
              <a:rPr sz="1100">
                <a:solidFill>
                  <a:srgbClr val="4B5563"/>
                </a:solidFill>
              </a:rPr>
              <a:t>MemoryTier and DispatchMap delegate victim selection to an IEvictionPolicy plug-in (LRU today).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D4ED8"/>
                </a:solidFill>
              </a:rPr>
              <a:t>(7) Remote peers via RDMA — </a:t>
            </a:r>
            <a:r>
              <a:rPr sz="1100">
                <a:solidFill>
                  <a:srgbClr val="4B5563"/>
                </a:solidFill>
              </a:rPr>
              <a:t>In full-remote, local misses query peers (Zyre discovery); the holding peer RDMA-writes the value directly into local memory — one-sided, no CPU on the requester's critical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